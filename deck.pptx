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94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FFE9B-A05C-3BB9-3F80-B504F8664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62F84A-8EA6-20E2-4531-FAE92663BD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8CEC5-6402-2617-31C8-4A9C9EE83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534C-C734-4D7E-8C1F-46C4F66A6D8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62DA8-5F61-CF2A-D155-7E08F5C11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A2B7F-0D9D-D94D-2386-F92BF78E8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8E532-05F0-4867-9D87-480046640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108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52249-8FCA-522A-07D3-D6634F3F1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63742-6730-3605-4218-5ADC74AA2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82674-A7FC-FD23-261A-93893FFAE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534C-C734-4D7E-8C1F-46C4F66A6D8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8FFB3-1B44-F186-6C5B-E12C1730B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EEB33-6B38-150A-4F96-E8CFFD534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8E532-05F0-4867-9D87-480046640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12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E7E28-5A3C-0D23-7223-513D660EE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A88F3-0B0F-C8FD-73A1-DB1BC6329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00D99-2031-FD5D-E76A-60E5E22AC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534C-C734-4D7E-8C1F-46C4F66A6D8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CB4D2-B977-C444-CAD0-536CAEA9A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FBED51-48DD-7CE1-D79F-FCBA0B971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8E532-05F0-4867-9D87-480046640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575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B8184-896A-A6D2-003D-915AB1EC3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DBBB7-CDAD-E625-FE79-485B70754E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DF1411-BE0C-1676-C3D6-7685A3C218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6D2306-7AC3-171D-3A56-A357EF53E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534C-C734-4D7E-8C1F-46C4F66A6D8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DF57C1-6E4C-65FE-50B7-8AD40729D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237BB-9D52-0938-DA30-8D1A259E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8E532-05F0-4867-9D87-480046640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140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197A-2699-A3CB-3B8C-C1119E2C8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A85057-2097-D7EF-6362-5C61E7AB0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857EAB-EE6B-DCBA-A71C-50E89584C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F8B692-1A7C-0C46-CA82-34A4179030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335AA9-ADD8-1FF8-BE9A-68A89EA47F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CA1A0D-092F-F0BC-B812-211644DFB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534C-C734-4D7E-8C1F-46C4F66A6D8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34668E-1BB2-B48A-47E7-698BD68E3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3FEAA-4264-EB07-529B-1A19F3193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8E532-05F0-4867-9D87-480046640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397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2C7B7-F5C5-702E-2B34-D00A00C73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40CC06-81EF-E64A-54E1-33D483D99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534C-C734-4D7E-8C1F-46C4F66A6D8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C8F118-5DA6-EFCA-9469-F1FD4A637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2501EC-507D-F91F-6BCE-DE8B1C262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8E532-05F0-4867-9D87-480046640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890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595DA4-B6B8-5AD0-D396-92AE4E200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534C-C734-4D7E-8C1F-46C4F66A6D8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2C9699-B554-FF64-8E06-2EC912AB3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D5230-B2C0-280B-4B02-C788B73BF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8E532-05F0-4867-9D87-480046640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291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2767A-717D-FC1D-9202-1A940A013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5A83C-5F78-41BD-8044-778ECC0D8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EFE0E7-CBA8-E2E1-EBE5-7601192C3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A6E9B-1D52-A6AF-07EC-241F485C8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534C-C734-4D7E-8C1F-46C4F66A6D8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F50B08-78BE-5FEC-5A30-5343E7803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29EC0E-84FE-8B03-67FC-EDA4A60D8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8E532-05F0-4867-9D87-480046640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778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4E1EC-4764-0F5E-11DF-253ADA16B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A74D35-939C-0CBF-5631-E67D4C7669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2E2A27-6995-3E3C-8CD2-36171BFC0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5A062-2A2B-D528-BDD6-3BFE98B0E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534C-C734-4D7E-8C1F-46C4F66A6D8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096947-0785-6B3F-957C-051D5EE01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2769FF-ABD9-56B2-B523-26831E489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8E532-05F0-4867-9D87-480046640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850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BE1FE-5768-E8A1-0F5C-E80161A33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747EA3-6B0D-EA38-FA25-E4A12D7BFB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66E23-6B59-7C77-EA37-B5547FB68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534C-C734-4D7E-8C1F-46C4F66A6D8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EC08E-DE2B-B8FF-0CA0-4297B2C2B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BF294-A7BB-F51A-D7AE-9B0F7A3EE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8E532-05F0-4867-9D87-480046640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089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BB1E0B-346C-923C-EB3E-53CDB07FDC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83969-127F-612D-6586-71A8CC1E2F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38D8E-F465-9536-2A46-147693E21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534C-C734-4D7E-8C1F-46C4F66A6D8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56B66-FCCD-191A-B4FE-E28E85E73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462BA-A001-0E1C-1328-21F972996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8E532-05F0-4867-9D87-480046640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888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16C5FC-1475-9D95-C33B-96AE27E38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D8043-821D-845A-5E4E-F45A46C79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D7E8A-DE59-479E-8DCC-5CF1FFEFBB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B9534C-C734-4D7E-8C1F-46C4F66A6D8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6F17D-58CD-D240-6BD2-7029F9EE6B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008F0-29C2-B393-805E-0DB064EF50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98E532-05F0-4867-9D87-480046640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79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C04F7-6B1C-508F-9AC7-C114A84AE5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Automated report demo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55E16F-CA31-F989-2E7A-216E412FB8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test1_20260225_1258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  <p:pic>
        <p:nvPicPr>
          <p:cNvPr id="6" name="Picture 5" descr="test2_20260225_1458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8723376" cy="415137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8723376" cy="415137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8723376" cy="4151376"/>
          </a:xfrm>
          <a:prstGeom prst="rect">
            <a:avLst/>
          </a:prstGeom>
        </p:spPr>
      </p:pic>
      <p:pic>
        <p:nvPicPr>
          <p:cNvPr id="9" name="Picture 8" descr="test2_20260225_1535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5272" y="1344168"/>
            <a:ext cx="5477256" cy="3355848"/>
          </a:xfrm>
          <a:prstGeom prst="rect">
            <a:avLst/>
          </a:prstGeom>
        </p:spPr>
      </p:pic>
      <p:pic>
        <p:nvPicPr>
          <p:cNvPr id="10" name="Picture 9" descr="test3_20260225_17434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5272" y="1344168"/>
            <a:ext cx="5477256" cy="335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668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384" y="1353312"/>
            <a:ext cx="8723376" cy="4151376"/>
          </a:xfrm>
          <a:prstGeom prst="rect">
            <a:avLst/>
          </a:prstGeom>
        </p:spPr>
      </p:pic>
      <p:pic>
        <p:nvPicPr>
          <p:cNvPr id="3" name="Picture 2" descr="test1_20260225_1503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2724912" cy="504748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2724912" cy="5047488"/>
          </a:xfrm>
          <a:prstGeom prst="rect">
            <a:avLst/>
          </a:prstGeom>
        </p:spPr>
      </p:pic>
      <p:pic>
        <p:nvPicPr>
          <p:cNvPr id="5" name="Picture 4" descr="test1_20260225_1512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7200"/>
            <a:ext cx="2724912" cy="5047488"/>
          </a:xfrm>
          <a:prstGeom prst="rect">
            <a:avLst/>
          </a:prstGeom>
        </p:spPr>
      </p:pic>
      <p:pic>
        <p:nvPicPr>
          <p:cNvPr id="6" name="Picture 5" descr="test3_20260225_1813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57200"/>
            <a:ext cx="10917936" cy="559612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57200"/>
            <a:ext cx="10917936" cy="5596128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7200"/>
            <a:ext cx="2724912" cy="5047488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57200"/>
            <a:ext cx="10917936" cy="559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25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Automated report demo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Stanley X. Yang</dc:creator>
  <cp:lastModifiedBy>Stanley X. Yang</cp:lastModifiedBy>
  <cp:revision>4</cp:revision>
  <dcterms:created xsi:type="dcterms:W3CDTF">2026-02-20T20:17:36Z</dcterms:created>
  <dcterms:modified xsi:type="dcterms:W3CDTF">2026-02-25T20:57:38Z</dcterms:modified>
</cp:coreProperties>
</file>